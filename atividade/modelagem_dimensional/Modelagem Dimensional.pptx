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73" r:id="rId3"/>
    <p:sldId id="283" r:id="rId4"/>
    <p:sldId id="285" r:id="rId5"/>
    <p:sldId id="284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50B45-2CB7-40D3-9555-D17BA6254442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A1FA2-7BCD-4C90-831E-DFD3A7994F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30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2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6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5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0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3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2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6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Lápis de cor dentro do suporte de um lápis que está na parte superior de uma mesa de madeira">
            <a:extLst>
              <a:ext uri="{FF2B5EF4-FFF2-40B4-BE49-F238E27FC236}">
                <a16:creationId xmlns:a16="http://schemas.microsoft.com/office/drawing/2014/main" id="{6C426189-ED43-2585-BDA2-975919B5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6BE320-F7F4-CC61-C9BF-4A52F00C7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pt-BR" sz="6000" dirty="0"/>
              <a:t>Bancos e Armazéns de Dados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190CD5-D183-4596-0D21-D0DB5372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pt-BR" dirty="0" err="1"/>
              <a:t>Profª</a:t>
            </a:r>
            <a:r>
              <a:rPr lang="pt-BR" dirty="0"/>
              <a:t> Me. Claudia Maria Sodero Salles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FB8B317-A82B-9D11-5617-D11907D2C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89" y="1445370"/>
            <a:ext cx="5950889" cy="39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59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484CE-EFD1-48B1-B10A-0B260E5C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Aviso legal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15E1-8814-4000-87C0-C9E191F01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Este conteúdo é parte integrante da disciplina “Bancos de Dados e Armazém de Dados”, do curso de Ciência de Dados da FATEC Baixada Santista – Rubens Lara</a:t>
            </a:r>
          </a:p>
          <a:p>
            <a:r>
              <a:rPr lang="pt-BR" dirty="0"/>
              <a:t>Seu compartilhamento, divulgação, publicação e utilização está sujeito à autorização da professora Claudia Maria </a:t>
            </a:r>
            <a:r>
              <a:rPr lang="pt-BR" dirty="0" err="1"/>
              <a:t>Sodero</a:t>
            </a:r>
            <a:r>
              <a:rPr lang="pt-BR" dirty="0"/>
              <a:t> Salles, e está completamente proibido fora do âmbito da disciplina</a:t>
            </a:r>
          </a:p>
          <a:p>
            <a:r>
              <a:rPr lang="pt-BR" dirty="0"/>
              <a:t>Santos, 2º semestre 2026</a:t>
            </a:r>
          </a:p>
        </p:txBody>
      </p:sp>
    </p:spTree>
    <p:extLst>
      <p:ext uri="{BB962C8B-B14F-4D97-AF65-F5344CB8AC3E}">
        <p14:creationId xmlns:p14="http://schemas.microsoft.com/office/powerpoint/2010/main" val="65294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8" name="Google Shape;328;p16"/>
          <p:cNvSpPr txBox="1"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ill Sans"/>
              <a:buNone/>
            </a:pPr>
            <a:r>
              <a:rPr lang="pt-BR" sz="4800"/>
              <a:t>FATOS E DIMENSÕES</a:t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30" name="Google Shape;330;p16"/>
          <p:cNvSpPr/>
          <p:nvPr/>
        </p:nvSpPr>
        <p:spPr>
          <a:xfrm rot="5400000" flipH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3DFE4E-308E-9A77-AD86-7FD4A5BE7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147888"/>
            <a:ext cx="1068705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85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00832C5-7CB6-89A5-7E66-47F34B462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252538"/>
            <a:ext cx="487680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4910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9DF05B39152BF41988EDA5944970AD6" ma:contentTypeVersion="4" ma:contentTypeDescription="Crie um novo documento." ma:contentTypeScope="" ma:versionID="e846099d2a4f63062c56dfb703cf52a3">
  <xsd:schema xmlns:xsd="http://www.w3.org/2001/XMLSchema" xmlns:xs="http://www.w3.org/2001/XMLSchema" xmlns:p="http://schemas.microsoft.com/office/2006/metadata/properties" xmlns:ns2="50bb7a6c-75fa-41ee-a771-cf8bdfa62b11" targetNamespace="http://schemas.microsoft.com/office/2006/metadata/properties" ma:root="true" ma:fieldsID="c04563abb9455dff431ba60af5aa1270" ns2:_="">
    <xsd:import namespace="50bb7a6c-75fa-41ee-a771-cf8bdfa62b1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b7a6c-75fa-41ee-a771-cf8bdfa62b1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0bb7a6c-75fa-41ee-a771-cf8bdfa62b11" xsi:nil="true"/>
  </documentManagement>
</p:properties>
</file>

<file path=customXml/itemProps1.xml><?xml version="1.0" encoding="utf-8"?>
<ds:datastoreItem xmlns:ds="http://schemas.openxmlformats.org/officeDocument/2006/customXml" ds:itemID="{53EC022A-50BB-4ADF-9602-533BF37C7E85}"/>
</file>

<file path=customXml/itemProps2.xml><?xml version="1.0" encoding="utf-8"?>
<ds:datastoreItem xmlns:ds="http://schemas.openxmlformats.org/officeDocument/2006/customXml" ds:itemID="{D6F42447-9F55-468B-A4EE-F4EBFCD7BB15}"/>
</file>

<file path=customXml/itemProps3.xml><?xml version="1.0" encoding="utf-8"?>
<ds:datastoreItem xmlns:ds="http://schemas.openxmlformats.org/officeDocument/2006/customXml" ds:itemID="{29ABFDFB-6090-4D82-980B-B3D108E6CFF3}"/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79</Words>
  <Application>Microsoft Office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Arial</vt:lpstr>
      <vt:lpstr>Bierstadt</vt:lpstr>
      <vt:lpstr>Gill Sans</vt:lpstr>
      <vt:lpstr>Neue Haas Grotesk Text Pro</vt:lpstr>
      <vt:lpstr>GestaltVTI</vt:lpstr>
      <vt:lpstr>Bancos e Armazéns de Dados </vt:lpstr>
      <vt:lpstr>Aviso legal</vt:lpstr>
      <vt:lpstr>FATOS E DIMENSÕES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Maria Salles Haddad</dc:creator>
  <cp:lastModifiedBy>MARIA SODERO SALLES, CLÁUDIA </cp:lastModifiedBy>
  <cp:revision>23</cp:revision>
  <dcterms:created xsi:type="dcterms:W3CDTF">2026-01-12T21:13:53Z</dcterms:created>
  <dcterms:modified xsi:type="dcterms:W3CDTF">2026-10-14T00:57:42Z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0x010100F9DF05B39152BF41988EDA5944970AD6</vt:lpwstr>
  </property>
</Properties>
</file>